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Sorting Visualizer (Java – DSA Project)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By Aditya Raj</a:t>
            </a:r>
          </a:p>
          <a:p>
            <a:r>
              <a:t>A step-by-step sorting visualization console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project visualizes how sorting algorithms work internally.</a:t>
            </a:r>
          </a:p>
          <a:p>
            <a:r>
              <a:t>Users input numbers and choose from six sorting algorithms.</a:t>
            </a:r>
          </a:p>
          <a:p>
            <a:r>
              <a:t>The console prints step-by-step sorting actions.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Sorting Algorithms Included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Bubble Sort</a:t>
            </a:r>
          </a:p>
          <a:p>
            <a:pPr lvl="1"/>
            <a:r>
              <a:t>Selection Sort</a:t>
            </a:r>
          </a:p>
          <a:p>
            <a:pPr lvl="1"/>
            <a:r>
              <a:t>Insertion Sort</a:t>
            </a:r>
          </a:p>
          <a:p>
            <a:pPr lvl="1"/>
            <a:r>
              <a:t>Merge Sort</a:t>
            </a:r>
          </a:p>
          <a:p>
            <a:pPr lvl="1"/>
            <a:r>
              <a:t>Quick Sort</a:t>
            </a:r>
          </a:p>
          <a:p>
            <a:pPr lvl="1"/>
            <a:r>
              <a:t>Heap Sort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It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program:</a:t>
            </a:r>
          </a:p>
          <a:p>
            <a:pPr lvl="1"/>
            <a:r>
              <a:t>Takes input from the user</a:t>
            </a:r>
          </a:p>
          <a:p>
            <a:pPr lvl="1"/>
            <a:r>
              <a:t>Creates a copy of the array</a:t>
            </a:r>
          </a:p>
          <a:p>
            <a:pPr lvl="1"/>
            <a:r>
              <a:t>Runs the selected sorting algorithm</a:t>
            </a:r>
          </a:p>
          <a:p>
            <a:pPr lvl="1"/>
            <a:r>
              <a:t>Prints each step on the console</a:t>
            </a:r>
          </a:p>
          <a:p>
            <a:pPr lvl="1"/>
            <a:r>
              <a:t>Loops until user exits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Algorithm Time Complexity Comparison</a:t>
            </a:r>
          </a:p>
        </p:txBody>
      </p:sp>
      <p:pic>
        <p:nvPicPr>
          <p:cNvPr id="3" name="Picture 2" descr="time_complexity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Thumbnail (Console Output)</a:t>
            </a:r>
          </a:p>
        </p:txBody>
      </p:sp>
      <p:pic>
        <p:nvPicPr>
          <p:cNvPr id="3" name="Picture 2" descr="A_thumbnail_for_a_Sorting_Visualizer_project_show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371600"/>
            <a:ext cx="54864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Learnings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Through this project, the following concepts were strengthened:</a:t>
            </a:r>
          </a:p>
          <a:p>
            <a:pPr lvl="1"/>
            <a:r>
              <a:t>Sorting Algorithm Logic</a:t>
            </a:r>
          </a:p>
          <a:p>
            <a:pPr lvl="1"/>
            <a:r>
              <a:t>Time Complexity Understanding</a:t>
            </a:r>
          </a:p>
          <a:p>
            <a:pPr lvl="1"/>
            <a:r>
              <a:t>Recursion (Merge/Quick Sort)</a:t>
            </a:r>
          </a:p>
          <a:p>
            <a:pPr lvl="1"/>
            <a:r>
              <a:t>Divide-and-Conquer Strategy</a:t>
            </a:r>
          </a:p>
          <a:p>
            <a:pPr lvl="1"/>
            <a:r>
              <a:t>Heap Data Structure &amp; Heapify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Sample 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Users see algorithm steps printed like:</a:t>
            </a:r>
          </a:p>
          <a:p>
            <a:r>
              <a:t>[3, 4, 5, 7, 8]</a:t>
            </a:r>
          </a:p>
          <a:p>
            <a:r>
              <a:t>Pass 1: ...</a:t>
            </a:r>
          </a:p>
          <a:p>
            <a:r>
              <a:t>Pivot: 7 ...</a:t>
            </a:r>
          </a:p>
          <a:p>
            <a:r>
              <a:t>Merged arrays...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sorting visualizer is great for learning DSA concepts.</a:t>
            </a:r>
          </a:p>
          <a:p>
            <a:r>
              <a:t>It demonstrates algorithm flow clearly and helps beginners understand sorting internal steps.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